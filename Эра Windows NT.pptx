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A8D648-77C0-41FD-9B34-A142AC4B1D58}" v="11" dt="2026-09-30T22:38:19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zai osamu" userId="64431f1a97f7ee93" providerId="LiveId" clId="{F3B33DC3-B20F-462B-B7EE-B8EC3BF0A2BC}"/>
    <pc:docChg chg="undo custSel addSld delSld modSld">
      <pc:chgData name="dazai osamu" userId="64431f1a97f7ee93" providerId="LiveId" clId="{F3B33DC3-B20F-462B-B7EE-B8EC3BF0A2BC}" dt="2026-10-01T15:02:41.481" v="9" actId="1076"/>
      <pc:docMkLst>
        <pc:docMk/>
      </pc:docMkLst>
      <pc:sldChg chg="modSp mod">
        <pc:chgData name="dazai osamu" userId="64431f1a97f7ee93" providerId="LiveId" clId="{F3B33DC3-B20F-462B-B7EE-B8EC3BF0A2BC}" dt="2026-10-01T08:49:34.114" v="6" actId="1036"/>
        <pc:sldMkLst>
          <pc:docMk/>
          <pc:sldMk cId="0" sldId="256"/>
        </pc:sldMkLst>
        <pc:spChg chg="mod">
          <ac:chgData name="dazai osamu" userId="64431f1a97f7ee93" providerId="LiveId" clId="{F3B33DC3-B20F-462B-B7EE-B8EC3BF0A2BC}" dt="2026-10-01T08:49:34.114" v="6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zai osamu" userId="64431f1a97f7ee93" providerId="LiveId" clId="{F3B33DC3-B20F-462B-B7EE-B8EC3BF0A2BC}" dt="2026-10-01T08:49:25.633" v="4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dazai osamu" userId="64431f1a97f7ee93" providerId="LiveId" clId="{F3B33DC3-B20F-462B-B7EE-B8EC3BF0A2BC}" dt="2026-10-01T15:02:41.481" v="9" actId="1076"/>
        <pc:sldMkLst>
          <pc:docMk/>
          <pc:sldMk cId="0" sldId="258"/>
        </pc:sldMkLst>
        <pc:spChg chg="mod">
          <ac:chgData name="dazai osamu" userId="64431f1a97f7ee93" providerId="LiveId" clId="{F3B33DC3-B20F-462B-B7EE-B8EC3BF0A2BC}" dt="2026-10-01T15:02:41.481" v="9" actId="1076"/>
          <ac:spMkLst>
            <pc:docMk/>
            <pc:sldMk cId="0" sldId="258"/>
            <ac:spMk id="2" creationId="{00000000-0000-0000-0000-000000000000}"/>
          </ac:spMkLst>
        </pc:spChg>
      </pc:sldChg>
      <pc:sldChg chg="add del">
        <pc:chgData name="dazai osamu" userId="64431f1a97f7ee93" providerId="LiveId" clId="{F3B33DC3-B20F-462B-B7EE-B8EC3BF0A2BC}" dt="2026-10-01T14:24:53.326" v="8" actId="47"/>
        <pc:sldMkLst>
          <pc:docMk/>
          <pc:sldMk cId="0" sldId="261"/>
        </pc:sldMkLst>
      </pc:sldChg>
      <pc:sldChg chg="modNotesTx">
        <pc:chgData name="dazai osamu" userId="64431f1a97f7ee93" providerId="LiveId" clId="{F3B33DC3-B20F-462B-B7EE-B8EC3BF0A2BC}" dt="2026-09-30T22:37:07.206" v="0" actId="2057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203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934"/>
            <a:ext cx="12191695" cy="6858000"/>
          </a:xfrm>
          <a:prstGeom prst="rect">
            <a:avLst/>
          </a:prstGeom>
          <a:solidFill>
            <a:srgbClr val="0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1" i="0" dirty="0">
              <a:solidFill>
                <a:srgbClr val="C6A15B"/>
              </a:solidFill>
              <a:latin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  <a:cs typeface="Calibri"/>
              </a:rPr>
              <a:t>Эра MS Windows 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D5E3EA"/>
                </a:solidFill>
                <a:latin typeface="Calibri"/>
                <a:cs typeface="Calibri"/>
              </a:rPr>
              <a:t>Windows NT 3.1  —  Windows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7C9D2"/>
                </a:solidFill>
                <a:latin typeface="Calibri"/>
                <a:cs typeface="Calibri"/>
              </a:rPr>
              <a:t>Как отдельная система 1993 года стала основой
всех современных Windows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Эра MS Windows 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2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3A52"/>
                </a:solidFill>
                <a:latin typeface="Calibri"/>
                <a:cs typeface="Calibri"/>
              </a:rPr>
              <a:t>01   ·   ЗАЧЕМ ПОНАДОБИЛАСЬ ДРУГАЯ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C2430"/>
                </a:solidFill>
                <a:latin typeface="Calibri"/>
                <a:cs typeface="Calibri"/>
              </a:rPr>
              <a:t>К началу 1990-х массовая Windows
уже не тянула серьёзную работу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82296" cy="82296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965960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430"/>
                </a:solidFill>
                <a:latin typeface="Calibri"/>
                <a:cs typeface="Calibri"/>
              </a:rPr>
              <a:t>Windows 3.x работала поверх MS-DOS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15768"/>
            <a:ext cx="82296" cy="82296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430"/>
                </a:solidFill>
                <a:latin typeface="Calibri"/>
                <a:cs typeface="Calibri"/>
              </a:rPr>
              <a:t>Многозадачность была кооперативной: одна программа могла остановить остальные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74136"/>
            <a:ext cx="82296" cy="82296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3282696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430"/>
                </a:solidFill>
                <a:latin typeface="Calibri"/>
                <a:cs typeface="Calibri"/>
              </a:rPr>
              <a:t>Защита памяти и права пользователей для сервера не годились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32504"/>
            <a:ext cx="82296" cy="82296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3941064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430"/>
                </a:solidFill>
                <a:latin typeface="Calibri"/>
                <a:cs typeface="Calibri"/>
              </a:rPr>
              <a:t>Совместная с IBM OS/2 не стала общим будущим двух компаний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90871"/>
            <a:ext cx="82296" cy="82296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4599431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430"/>
                </a:solidFill>
                <a:latin typeface="Calibri"/>
                <a:cs typeface="Calibri"/>
              </a:rPr>
              <a:t>До Windows XP рядом жили две ветки: 95 / 98 / Me  и  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Эра MS Windows 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5C6570"/>
                </a:solidFill>
                <a:latin typeface="Calibri"/>
                <a:cs typeface="Calibri"/>
              </a:rPr>
              <a:t>3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3A52"/>
                </a:solidFill>
                <a:latin typeface="Calibri"/>
                <a:cs typeface="Calibri"/>
              </a:rPr>
              <a:t>02   ·   1988–1993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C2430"/>
                </a:solidFill>
                <a:latin typeface="Calibri"/>
                <a:cs typeface="Calibri"/>
              </a:rPr>
              <a:t>NT собирали как переносимую систему,
а не как следующую оболочку 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532120" cy="1874519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73152" cy="1874519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671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3A52"/>
                </a:solidFill>
                <a:latin typeface="Calibri"/>
                <a:cs typeface="Calibri"/>
              </a:rPr>
              <a:t>1988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430"/>
                </a:solidFill>
                <a:latin typeface="Calibri"/>
                <a:cs typeface="Calibri"/>
              </a:rPr>
              <a:t>Дэйв Катлер и инженеры DEC. За плечами VMS: объекты ядра, режимы, ставка на надёжность.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965960"/>
            <a:ext cx="5532120" cy="1874519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59" y="1965960"/>
            <a:ext cx="73152" cy="1874519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79" y="21671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3A52"/>
                </a:solidFill>
                <a:latin typeface="Calibri"/>
                <a:cs typeface="Calibri"/>
              </a:rPr>
              <a:t>Имя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65176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430"/>
                </a:solidFill>
                <a:latin typeface="Calibri"/>
                <a:cs typeface="Calibri"/>
              </a:rPr>
              <a:t>В маркетинге NT — New Technology. Ранний процессор Intel i860 носил код N-Ten.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5532120" cy="1874519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4023360"/>
            <a:ext cx="73152" cy="1874519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2245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3A52"/>
                </a:solidFill>
                <a:latin typeface="Calibri"/>
                <a:cs typeface="Calibri"/>
              </a:rPr>
              <a:t>Устройство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430"/>
                </a:solidFill>
                <a:latin typeface="Calibri"/>
                <a:cs typeface="Calibri"/>
              </a:rPr>
              <a:t>В основном язык C. Слой HAL. Подсистемы Win32, OS/2 и POSIX.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4023360"/>
            <a:ext cx="5532120" cy="1874519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59" y="4023360"/>
            <a:ext cx="73152" cy="1874519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79" y="42245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3A52"/>
                </a:solidFill>
                <a:latin typeface="Calibri"/>
                <a:cs typeface="Calibri"/>
              </a:rPr>
              <a:t>1993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470916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430"/>
                </a:solidFill>
                <a:latin typeface="Calibri"/>
                <a:cs typeface="Calibri"/>
              </a:rPr>
              <a:t>27 июля вышла Windows NT 3.1. Номер встаёт рядом с Windows 3.1, это не версия 1.0.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Эра MS Windows 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4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3A52"/>
                </a:solidFill>
                <a:latin typeface="Calibri"/>
                <a:cs typeface="Calibri"/>
              </a:rPr>
              <a:t>03   ·   1993–1996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C2430"/>
                </a:solidFill>
                <a:latin typeface="Calibri"/>
                <a:cs typeface="Calibri"/>
              </a:rPr>
              <a:t>NT несколько лет шла рядом
с обычной Windows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743200" cy="3246120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743200" cy="9144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3A52"/>
                </a:solidFill>
                <a:latin typeface="Calibri"/>
                <a:cs typeface="Calibri"/>
              </a:rPr>
              <a:t>1993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2430"/>
                </a:solidFill>
                <a:latin typeface="Calibri"/>
                <a:cs typeface="Calibri"/>
              </a:rPr>
              <a:t>NT 3.1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570"/>
                </a:solidFill>
                <a:latin typeface="Calibri"/>
                <a:cs typeface="Calibri"/>
              </a:rPr>
              <a:t>Первый выпуск.
Workstation и Server.
От 12–16 МБ памяти.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011680"/>
            <a:ext cx="2743200" cy="3246120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2011680"/>
            <a:ext cx="2743200" cy="9144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2240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3A52"/>
                </a:solidFill>
                <a:latin typeface="Calibri"/>
                <a:cs typeface="Calibri"/>
              </a:rPr>
              <a:t>1994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2430"/>
                </a:solidFill>
                <a:latin typeface="Calibri"/>
                <a:cs typeface="Calibri"/>
              </a:rPr>
              <a:t>NT 3.5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29184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570"/>
                </a:solidFill>
                <a:latin typeface="Calibri"/>
                <a:cs typeface="Calibri"/>
              </a:rPr>
              <a:t>Код Daytona.
Быстрее и скромнее
по памяти.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2743200" cy="3246120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9144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240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3A52"/>
                </a:solidFill>
                <a:latin typeface="Calibri"/>
                <a:cs typeface="Calibri"/>
              </a:rPr>
              <a:t>1995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2430"/>
                </a:solidFill>
                <a:latin typeface="Calibri"/>
                <a:cs typeface="Calibri"/>
              </a:rPr>
              <a:t>NT 3.51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9184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570"/>
                </a:solidFill>
                <a:latin typeface="Calibri"/>
                <a:cs typeface="Calibri"/>
              </a:rPr>
              <a:t>Поддержка PowerPC.
Мост к программам
и сети Windows 95.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011680"/>
            <a:ext cx="2743200" cy="3246120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35440" y="2011680"/>
            <a:ext cx="2743200" cy="9144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2240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3A52"/>
                </a:solidFill>
                <a:latin typeface="Calibri"/>
                <a:cs typeface="Calibri"/>
              </a:rPr>
              <a:t>1996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2430"/>
                </a:solidFill>
                <a:latin typeface="Calibri"/>
                <a:cs typeface="Calibri"/>
              </a:rPr>
              <a:t>NT 4.0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29184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570"/>
                </a:solidFill>
                <a:latin typeface="Calibri"/>
                <a:cs typeface="Calibri"/>
              </a:rPr>
              <a:t>Оболочка в духе 95.
Графика ближе к ядру:
выше скорость, выше риск.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40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430"/>
                </a:solidFill>
                <a:latin typeface="Calibri"/>
                <a:cs typeface="Calibri"/>
              </a:rPr>
              <a:t>Кроме x86 в эти годы были реальные выпуски под MIPS, DEC Alpha и PowerPC.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Эра MS Windows 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5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3A52"/>
                </a:solidFill>
                <a:latin typeface="Calibri"/>
                <a:cs typeface="Calibri"/>
              </a:rPr>
              <a:t>04   ·   2000–2001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C2430"/>
                </a:solidFill>
                <a:latin typeface="Calibri"/>
                <a:cs typeface="Calibri"/>
              </a:rPr>
              <a:t>В XP ядро NT становится
единственной массовой Windows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86400" cy="3977639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965960"/>
            <a:ext cx="5486400" cy="3977639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3A52"/>
                </a:solidFill>
                <a:latin typeface="Calibri"/>
                <a:cs typeface="Calibri"/>
              </a:rPr>
              <a:t>WINDOWS 2000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2430"/>
                </a:solidFill>
                <a:latin typeface="Calibri"/>
                <a:cs typeface="Calibri"/>
              </a:rPr>
              <a:t>NT 5.0   ·   февраль 2000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83280"/>
            <a:ext cx="82296" cy="82296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9184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430"/>
                </a:solidFill>
                <a:latin typeface="Calibri"/>
                <a:cs typeface="Calibri"/>
              </a:rPr>
              <a:t>Active Directory и групповые политики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023359"/>
            <a:ext cx="82296" cy="82296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6695" y="39319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430"/>
                </a:solidFill>
                <a:latin typeface="Calibri"/>
                <a:cs typeface="Calibri"/>
              </a:rPr>
              <a:t>Шифрование файлов EFS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663440"/>
            <a:ext cx="82296" cy="82296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5" y="457200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430"/>
                </a:solidFill>
                <a:latin typeface="Calibri"/>
                <a:cs typeface="Calibri"/>
              </a:rPr>
              <a:t>Plug and Play и USB, которых NT не хватало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A15B"/>
                </a:solidFill>
                <a:latin typeface="Calibri"/>
                <a:cs typeface="Calibri"/>
              </a:rPr>
              <a:t>WINDOWS XP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cs typeface="Calibri"/>
              </a:rPr>
              <a:t>NT 5.1   ·   октябрь 2001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7472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7F0F4"/>
                </a:solidFill>
                <a:latin typeface="Calibri"/>
                <a:cs typeface="Calibri"/>
              </a:rPr>
              <a:t>Домашний компьютер переходит на ядро NT.
Линейка 95, 98 и Me закрывается.
Расширенная поддержка XP
закончилась только в апреле 2014.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Эра MS Windows 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6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3A52"/>
                </a:solidFill>
                <a:latin typeface="Calibri"/>
                <a:cs typeface="Calibri"/>
              </a:rPr>
              <a:t>05   ·   2007–2009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C2430"/>
                </a:solidFill>
                <a:latin typeface="Calibri"/>
                <a:cs typeface="Calibri"/>
              </a:rPr>
              <a:t>Vista сменила требования к безопасности.
Семёрку запомнили, потому что её довели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5486400" cy="3931920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486400" cy="3931920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3A52"/>
                </a:solidFill>
                <a:latin typeface="Calibri"/>
                <a:cs typeface="Calibri"/>
              </a:rPr>
              <a:t>WINDOWS VISTA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2430"/>
                </a:solidFill>
                <a:latin typeface="Calibri"/>
                <a:cs typeface="Calibri"/>
              </a:rPr>
              <a:t>NT 6.0
начало 2007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C6570"/>
                </a:solidFill>
                <a:latin typeface="Calibri"/>
                <a:cs typeface="Calibri"/>
              </a:rPr>
              <a:t>UAC, BitLocker, новая модель драйверов.
Проект Longhorn затянулся, WinFS убрали.
Встретили как тяжёлую и несовместимую.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3A52"/>
                </a:solidFill>
                <a:latin typeface="Calibri"/>
                <a:cs typeface="Calibri"/>
              </a:rPr>
              <a:t>WINDOWS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2430"/>
                </a:solidFill>
                <a:latin typeface="Calibri"/>
                <a:cs typeface="Calibri"/>
              </a:rPr>
              <a:t>NT 6.1
октябрь 2009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39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C6570"/>
                </a:solidFill>
                <a:latin typeface="Calibri"/>
                <a:cs typeface="Calibri"/>
              </a:rPr>
              <a:t>Не новое ядро, а доведённая Vista.
Меньше лишних вопросов, лучше совместимость.
Поворот уже случился в шестой версии 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Эра MS Windows 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7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3A52"/>
                </a:solidFill>
                <a:latin typeface="Calibri"/>
                <a:cs typeface="Calibri"/>
              </a:rPr>
              <a:t>06   ·   2012–2021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C2430"/>
                </a:solidFill>
                <a:latin typeface="Calibri"/>
                <a:cs typeface="Calibri"/>
              </a:rPr>
              <a:t>Дальше спорят об оболочке и правилах,
а не о другом ядре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657600" cy="3886200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3A52"/>
                </a:solidFill>
                <a:latin typeface="Calibri"/>
                <a:cs typeface="Calibri"/>
              </a:rPr>
              <a:t>2012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97480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2430"/>
                </a:solidFill>
                <a:latin typeface="Calibri"/>
                <a:cs typeface="Calibri"/>
              </a:rPr>
              <a:t>Windows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033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C6570"/>
                </a:solidFill>
                <a:latin typeface="Calibri"/>
                <a:cs typeface="Calibri"/>
              </a:rPr>
              <a:t>Плитки и сенсорный экран. Привычный «Пуск» убран. В 8.1 кнопку вернули.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011680"/>
            <a:ext cx="3657600" cy="3886200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224028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3A52"/>
                </a:solidFill>
                <a:latin typeface="Calibri"/>
                <a:cs typeface="Calibri"/>
              </a:rPr>
              <a:t>2015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697480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2430"/>
                </a:solidFill>
                <a:latin typeface="Calibri"/>
                <a:cs typeface="Calibri"/>
              </a:rPr>
              <a:t>Windows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7033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C6570"/>
                </a:solidFill>
                <a:latin typeface="Calibri"/>
                <a:cs typeface="Calibri"/>
              </a:rPr>
              <a:t>Меню вернулось. Система как сервис: поток обновлений. В эту эпоху появляется WSL.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657600" cy="3886200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224028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3A52"/>
                </a:solidFill>
                <a:latin typeface="Calibri"/>
                <a:cs typeface="Calibri"/>
              </a:rPr>
              <a:t>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697480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2430"/>
                </a:solidFill>
                <a:latin typeface="Calibri"/>
                <a:cs typeface="Calibri"/>
              </a:rPr>
              <a:t>Windows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7033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C6570"/>
                </a:solidFill>
                <a:latin typeface="Calibri"/>
                <a:cs typeface="Calibri"/>
              </a:rPr>
              <a:t>Новый интерфейс и обязательный TPM 2.0. Номер ядра при этом — NT 10.0.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Эра MS Windows 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8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3A52"/>
                </a:solidFill>
                <a:latin typeface="Calibri"/>
                <a:cs typeface="Calibri"/>
              </a:rPr>
              <a:t>07   ·   ЧТО НЕ ПЕРЕПИСЫВАЛИ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C2430"/>
                </a:solidFill>
                <a:latin typeface="Calibri"/>
                <a:cs typeface="Calibri"/>
              </a:rPr>
              <a:t>С 1993 года сменилось лицо.
Родословная осталась 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3A52"/>
                </a:solidFill>
                <a:latin typeface="Calibri"/>
                <a:cs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74519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2430"/>
                </a:solidFill>
                <a:latin typeface="Calibri"/>
                <a:cs typeface="Calibri"/>
              </a:rPr>
              <a:t>Вытеснение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74519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C6570"/>
                </a:solidFill>
                <a:latin typeface="Calibri"/>
                <a:cs typeface="Calibri"/>
              </a:rPr>
              <a:t>Планировщик сам забирает процессор. Зависшая программа не обязана «отпустить» остальные.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7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3A52"/>
                </a:solidFill>
                <a:latin typeface="Calibri"/>
                <a:cs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926079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2430"/>
                </a:solidFill>
                <a:latin typeface="Calibri"/>
                <a:cs typeface="Calibri"/>
              </a:rPr>
              <a:t>Два режима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26079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C6570"/>
                </a:solidFill>
                <a:latin typeface="Calibri"/>
                <a:cs typeface="Calibri"/>
              </a:rPr>
              <a:t>Пользовательский режим и режим ядра. Чужой код не ходит по памяти всей системы.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7763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3A52"/>
                </a:solidFill>
                <a:latin typeface="Calibri"/>
                <a:cs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77639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2430"/>
                </a:solidFill>
                <a:latin typeface="Calibri"/>
                <a:cs typeface="Calibri"/>
              </a:rPr>
              <a:t>Гибридное ядро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77639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C6570"/>
                </a:solidFill>
                <a:latin typeface="Calibri"/>
                <a:cs typeface="Calibri"/>
              </a:rPr>
              <a:t>Идея микроядра была, но память, процессы, ввод-вывод и безопасность работают в режиме ядра.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29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3A52"/>
                </a:solidFill>
                <a:latin typeface="Calibri"/>
                <a:cs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0292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2430"/>
                </a:solidFill>
                <a:latin typeface="Calibri"/>
                <a:cs typeface="Calibri"/>
              </a:rPr>
              <a:t>HAL и NTFS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02920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C6570"/>
                </a:solidFill>
                <a:latin typeface="Calibri"/>
                <a:cs typeface="Calibri"/>
              </a:rPr>
              <a:t>Слой оборудования отделяет ядро от платы. Файловая линия NT — NTFS, права встроены в модель.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Эра MS Windows 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70"/>
                </a:solidFill>
                <a:latin typeface="Calibri"/>
                <a:cs typeface="Calibri"/>
              </a:rPr>
              <a:t>9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3A52"/>
                </a:solidFill>
                <a:latin typeface="Calibri"/>
                <a:cs typeface="Calibri"/>
              </a:rPr>
              <a:t>08   ·   ФАКТЫ, КОТОРЫЕ ДЕРЖАТ ТЕЗИС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C2430"/>
                </a:solidFill>
                <a:latin typeface="Calibri"/>
                <a:cs typeface="Calibri"/>
              </a:rPr>
              <a:t>Три детали, без них история выглядит
ровнее, чем была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3657600" cy="3794760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3657600" cy="9144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2430"/>
                </a:solidFill>
                <a:latin typeface="Calibri"/>
                <a:cs typeface="Calibri"/>
              </a:rPr>
              <a:t>Номер врёт с первого дня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32004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570"/>
                </a:solidFill>
                <a:latin typeface="Calibri"/>
                <a:cs typeface="Calibri"/>
              </a:rPr>
              <a:t>NT 3.1 назвали так, чтобы встать рядом с Windows 3.1. Потом Windows 7 оказалась NT 6.1, а Windows 11 — NT 10.0.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057400"/>
            <a:ext cx="3657600" cy="3794760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057400"/>
            <a:ext cx="3657600" cy="9144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2430"/>
                </a:solidFill>
                <a:latin typeface="Calibri"/>
                <a:cs typeface="Calibri"/>
              </a:rPr>
              <a:t>Переносимость была настоящей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03320"/>
            <a:ext cx="32004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570"/>
                </a:solidFill>
                <a:latin typeface="Calibri"/>
                <a:cs typeface="Calibri"/>
              </a:rPr>
              <a:t>Система выходила не только под x86: MIPS, DEC Alpha, PowerPC, позже Itanium и ARM. Победа Intel не была единственным планом.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057400"/>
            <a:ext cx="3657600" cy="3794760"/>
          </a:xfrm>
          <a:prstGeom prst="rect">
            <a:avLst/>
          </a:prstGeom>
          <a:solidFill>
            <a:srgbClr val="FFFCF8"/>
          </a:solidFill>
          <a:ln w="12700">
            <a:solidFill>
              <a:srgbClr val="C9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3657600" cy="9144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237744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2430"/>
                </a:solidFill>
                <a:latin typeface="Calibri"/>
                <a:cs typeface="Calibri"/>
              </a:rPr>
              <a:t>«Последняя Windows» не стала последней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703320"/>
            <a:ext cx="32004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570"/>
                </a:solidFill>
                <a:latin typeface="Calibri"/>
                <a:cs typeface="Calibri"/>
              </a:rPr>
              <a:t>В 2015 году Windows 10 назвали последней версией. В 2021-м вышла Windows 11. Сменился способ выпуска, не ядро.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A15B"/>
                </a:solidFill>
                <a:latin typeface="Calibri"/>
                <a:cs typeface="Calibri"/>
              </a:rPr>
              <a:t>ВЫВОД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  <a:cs typeface="Calibri"/>
              </a:rPr>
              <a:t>NT началась отдельно,
потому что DOS-ветка
не тянула сервер и безопасность.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8328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5E3EA"/>
                </a:solidFill>
                <a:latin typeface="Calibri"/>
                <a:cs typeface="Calibri"/>
              </a:rPr>
              <a:t>В Windows XP это ядро стало единственной массовой Windows.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5E3EA"/>
                </a:solidFill>
                <a:latin typeface="Calibri"/>
                <a:cs typeface="Calibri"/>
              </a:rPr>
              <a:t>Дальше менялись защита, интерфейс и правила обновления.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8912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5E3EA"/>
                </a:solidFill>
                <a:latin typeface="Calibri"/>
                <a:cs typeface="Calibri"/>
              </a:rPr>
              <a:t>Основа с 1993 года одна и та же.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893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A8B5"/>
                </a:solidFill>
                <a:latin typeface="Calibri"/>
                <a:cs typeface="Calibri"/>
              </a:rPr>
              <a:t>По книге Showstopper! Захари и по Windows Internals Руссиновича, Соломона и Ионеску.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813</Words>
  <Application>Microsoft Office PowerPoint</Application>
  <PresentationFormat>Широкоэкранный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Эра MS Windows NT (Windows NT 3.1 — Windows 11)</dc:title>
  <dc:subject>Семинар, 6–7 минут</dc:subject>
  <dc:creator/>
  <cp:keywords/>
  <dc:description>generated using python-pptx</dc:description>
  <cp:lastModifiedBy>dazai osamu</cp:lastModifiedBy>
  <cp:revision>1</cp:revision>
  <dcterms:created xsi:type="dcterms:W3CDTF">2013-01-27T09:14:16Z</dcterms:created>
  <dcterms:modified xsi:type="dcterms:W3CDTF">2026-10-01T15:02:52Z</dcterms:modified>
  <cp:category>История операционных систем</cp:category>
</cp:coreProperties>
</file>